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9ed9c0d99a4372" /><Relationship Type="http://schemas.openxmlformats.org/officeDocument/2006/relationships/extended-properties" Target="/docProps/app.xml" Id="R12d402525ed147ec" /><Relationship Type="http://schemas.openxmlformats.org/officeDocument/2006/relationships/officeDocument" Target="/ppt/presentation.xml" Id="R8c19dae87a0a43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4c6e2c9af243f6"/>
  </p:sldMasterIdLst>
  <p:notesMasterIdLst>
    <p:notesMasterId xmlns:r="http://schemas.openxmlformats.org/officeDocument/2006/relationships" r:id="R2559a0f01f2b4754"/>
  </p:notesMasterIdLst>
  <p:sldIdLst>
    <p:sldId xmlns:r="http://schemas.openxmlformats.org/officeDocument/2006/relationships" id="256" r:id="R804dfb52e64d4ddf"/>
    <p:sldId xmlns:r="http://schemas.openxmlformats.org/officeDocument/2006/relationships" id="257" r:id="R320b388e325746ad"/>
    <p:sldId xmlns:r="http://schemas.openxmlformats.org/officeDocument/2006/relationships" id="258" r:id="R3961640a514d4396"/>
    <p:sldId xmlns:r="http://schemas.openxmlformats.org/officeDocument/2006/relationships" id="259" r:id="R98cc798d8c6741f3"/>
    <p:sldId xmlns:r="http://schemas.openxmlformats.org/officeDocument/2006/relationships" id="260" r:id="R8c4c40fbaad048ec"/>
    <p:sldId xmlns:r="http://schemas.openxmlformats.org/officeDocument/2006/relationships" id="261" r:id="Rd7d519d5cf6945e5"/>
    <p:sldId xmlns:r="http://schemas.openxmlformats.org/officeDocument/2006/relationships" id="262" r:id="R4ef266fed25949d7"/>
    <p:sldId xmlns:r="http://schemas.openxmlformats.org/officeDocument/2006/relationships" id="263" r:id="R73cfcefebf0c4b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2ac7bad0964813" /><Relationship Type="http://schemas.openxmlformats.org/officeDocument/2006/relationships/slideMaster" Target="/ppt/slideMasters/slideMaster1.xml" Id="Rec4c6e2c9af243f6" /><Relationship Type="http://schemas.openxmlformats.org/officeDocument/2006/relationships/notesMaster" Target="/ppt/notesMasters/notesMaster1.xml" Id="R2559a0f01f2b4754" /><Relationship Type="http://schemas.openxmlformats.org/officeDocument/2006/relationships/presProps" Target="/ppt/presProps.xml" Id="Rb3bc2a3fd0b749b0" /><Relationship Type="http://schemas.openxmlformats.org/officeDocument/2006/relationships/tableStyles" Target="/ppt/tableStyles.xml" Id="R269df13b617746fb" /><Relationship Type="http://schemas.openxmlformats.org/officeDocument/2006/relationships/slide" Target="/ppt/slides/slide1.xml" Id="R804dfb52e64d4ddf" /><Relationship Type="http://schemas.openxmlformats.org/officeDocument/2006/relationships/slide" Target="/ppt/slides/slide2.xml" Id="R320b388e325746ad" /><Relationship Type="http://schemas.openxmlformats.org/officeDocument/2006/relationships/slide" Target="/ppt/slides/slide3.xml" Id="R3961640a514d4396" /><Relationship Type="http://schemas.openxmlformats.org/officeDocument/2006/relationships/slide" Target="/ppt/slides/slide4.xml" Id="R98cc798d8c6741f3" /><Relationship Type="http://schemas.openxmlformats.org/officeDocument/2006/relationships/slide" Target="/ppt/slides/slide5.xml" Id="R8c4c40fbaad048ec" /><Relationship Type="http://schemas.openxmlformats.org/officeDocument/2006/relationships/slide" Target="/ppt/slides/slide6.xml" Id="Rd7d519d5cf6945e5" /><Relationship Type="http://schemas.openxmlformats.org/officeDocument/2006/relationships/slide" Target="/ppt/slides/slide7.xml" Id="R4ef266fed25949d7" /><Relationship Type="http://schemas.openxmlformats.org/officeDocument/2006/relationships/slide" Target="/ppt/slides/slide8.xml" Id="R73cfcefebf0c4b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ef8183ebbd4b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34499da3a74839" /><Relationship Type="http://schemas.openxmlformats.org/officeDocument/2006/relationships/notesMaster" Target="/ppt/notesMasters/notesMaster1.xml" Id="Rf41989e30bf34d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b492611c4d4052" /><Relationship Type="http://schemas.openxmlformats.org/officeDocument/2006/relationships/notesMaster" Target="/ppt/notesMasters/notesMaster1.xml" Id="R33de257dc94b41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9909c924064ec6" /><Relationship Type="http://schemas.openxmlformats.org/officeDocument/2006/relationships/notesMaster" Target="/ppt/notesMasters/notesMaster1.xml" Id="R473c734ba1364b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78acb667e04f8b" /><Relationship Type="http://schemas.openxmlformats.org/officeDocument/2006/relationships/notesMaster" Target="/ppt/notesMasters/notesMaster1.xml" Id="Rc23417c963a44a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8cfb328b494e3d" /><Relationship Type="http://schemas.openxmlformats.org/officeDocument/2006/relationships/notesMaster" Target="/ppt/notesMasters/notesMaster1.xml" Id="R1fd2b01d56b147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36a060fa624fdb" /><Relationship Type="http://schemas.openxmlformats.org/officeDocument/2006/relationships/notesMaster" Target="/ppt/notesMasters/notesMaster1.xml" Id="R009b2d5b774d4c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a88b5944ac4d75" /><Relationship Type="http://schemas.openxmlformats.org/officeDocument/2006/relationships/notesMaster" Target="/ppt/notesMasters/notesMaster1.xml" Id="R4421a499df6448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03632da6f3477d" /><Relationship Type="http://schemas.openxmlformats.org/officeDocument/2006/relationships/notesMaster" Target="/ppt/notesMasters/notesMaster1.xml" Id="R1d3187027a5643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Презентация проекта для заявки G-TON. Текущая стадия MVP. Все сведения о функциях опираются на реализованную демонстрационную версию. Команда не заявляет подтверждённый PMF.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сформулирована как гипотеза команды. Интервью, количественная оценка спроса и экономии времени пока не подтверждены.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публичный репозиторий https://github.com/MrAngelskye/hakaton2/tree/codex/mvp-kindergartens. Данные интерфейса вымышленные. Рабочее название интерфейса: «Образование рядом». Название стартапа: BilimBir.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публичный репозиторий https://github.com/MrAngelskye/hakaton2/tree/codex/mvp-kindergartens. Данные интерфейса вымышленные. Рабочее название интерфейса: «Образование рядом». Название стартапа: BilimBir.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публичный репозиторий https://github.com/MrAngelskye/hakaton2/tree/codex/mvp-kindergartens. Данные интерфейса вымышленные. Рабочее название интерфейса: «Образование рядом». Название стартапа: BilimBir.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публичный репозиторий https://github.com/MrAngelskye/hakaton2/tree/codex/mvp-kindergartens. Данные интерфейса вымышленные. Рабочее название интерфейса: «Образование рядом». Название стартапа: BilimBir.</a:t>
            </a:r>
          </a:p>
          <a:p xmlns:a="http://schemas.openxmlformats.org/drawingml/2006/main">
            <a:r>
              <a:t>Результаты: artifacts/audit-results.json. GitHub CI https://github.com/MrAngelskye/hakaton2/actions/runs/38279592487. 32 HTTP-теста и 15 проверок клиентского кода, не число пользователей.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ФИО, роли и full-time занятость предоставлены пользователем. Участники не заявляют звания senior, предыдущие кейсы или коммерческие внедрения.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Этапы ниже являются планом команды, а не подтверждёнными партнёрствами. Коммерческая модель ещё требует проверки. Никакие организации не подключались и не получали обращений при разработке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dc19389164a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ac11ae3fa42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5d1596eb448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677ae3cb649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100afc36db40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24120c0f54b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CACAFA-4B49-485C-A138-00BF93122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988CF0-50AD-48E2-9247-F6FEAEC759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D795C9-5F5F-40ED-BD23-564227D11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9807DB-2094-4DEE-B16A-1AAF0E682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0DE54F-64C8-445C-9253-0499D36BF9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7683E5-D562-4372-89B1-B14DAE957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1E80A8-C719-461A-9E53-C529F98C2D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817E56-D1BE-43A2-A291-CD6A776A66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48BACB-9CE4-4100-B18F-767B60DF77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FDAD53-7095-4473-965B-9791B8C2A4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ea0a0a262b4333" /><Relationship Type="http://schemas.openxmlformats.org/officeDocument/2006/relationships/slideLayout" Target="/ppt/slideLayouts/slideLayout1.xml" Id="R71d8475db9974470" /><Relationship Type="http://schemas.openxmlformats.org/officeDocument/2006/relationships/slideLayout" Target="/ppt/slideLayouts/slideLayout2.xml" Id="R034b87da4eec42c7" /><Relationship Type="http://schemas.openxmlformats.org/officeDocument/2006/relationships/slideLayout" Target="/ppt/slideLayouts/slideLayout3.xml" Id="R32f0a34dc8fe4007" /><Relationship Type="http://schemas.openxmlformats.org/officeDocument/2006/relationships/slideLayout" Target="/ppt/slideLayouts/slideLayout4.xml" Id="R846d28bc93304d58" /><Relationship Type="http://schemas.openxmlformats.org/officeDocument/2006/relationships/slideLayout" Target="/ppt/slideLayouts/slideLayout5.xml" Id="R5746566383ae4c52" /><Relationship Type="http://schemas.openxmlformats.org/officeDocument/2006/relationships/slideLayout" Target="/ppt/slideLayouts/slideLayout6.xml" Id="R72f37a0c7c3e46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d8475db9974470"/>
    <p:sldLayoutId xmlns:r="http://schemas.openxmlformats.org/officeDocument/2006/relationships" id="2147483650" r:id="R034b87da4eec42c7"/>
    <p:sldLayoutId xmlns:r="http://schemas.openxmlformats.org/officeDocument/2006/relationships" id="2147483651" r:id="R32f0a34dc8fe4007"/>
    <p:sldLayoutId xmlns:r="http://schemas.openxmlformats.org/officeDocument/2006/relationships" id="2147483652" r:id="R846d28bc93304d58"/>
    <p:sldLayoutId xmlns:r="http://schemas.openxmlformats.org/officeDocument/2006/relationships" id="2147483653" r:id="R5746566383ae4c52"/>
    <p:sldLayoutId xmlns:r="http://schemas.openxmlformats.org/officeDocument/2006/relationships" id="2147483654" r:id="R72f37a0c7c3e46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7c61de7c24fb6" /><Relationship Type="http://schemas.openxmlformats.org/officeDocument/2006/relationships/notesSlide" Target="/ppt/notesSlides/notesSlide1.xml" Id="Reda7d167faaa43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e10a6c5894649" /><Relationship Type="http://schemas.openxmlformats.org/officeDocument/2006/relationships/notesSlide" Target="/ppt/notesSlides/notesSlide2.xml" Id="Rcc12af4dc7f449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e7d9013ca418f" /><Relationship Type="http://schemas.openxmlformats.org/officeDocument/2006/relationships/image" Target="/ppt/media/image.jpeg" Id="Rd083caa98a8b42b6" /><Relationship Type="http://schemas.openxmlformats.org/officeDocument/2006/relationships/notesSlide" Target="/ppt/notesSlides/notesSlide3.xml" Id="R80cbc5f6f31948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556a5db61443a4" /><Relationship Type="http://schemas.openxmlformats.org/officeDocument/2006/relationships/image" Target="/ppt/media/image2.jpeg" Id="R9d85d7ec9913488b" /><Relationship Type="http://schemas.openxmlformats.org/officeDocument/2006/relationships/notesSlide" Target="/ppt/notesSlides/notesSlide4.xml" Id="Re5a3db4d12094f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2e2a55ed914e3f" /><Relationship Type="http://schemas.openxmlformats.org/officeDocument/2006/relationships/image" Target="/ppt/media/image3.jpeg" Id="R846bfffe18e24ca6" /><Relationship Type="http://schemas.openxmlformats.org/officeDocument/2006/relationships/notesSlide" Target="/ppt/notesSlides/notesSlide5.xml" Id="R0f327a3dc4d544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be098d93724bbf" /><Relationship Type="http://schemas.openxmlformats.org/officeDocument/2006/relationships/notesSlide" Target="/ppt/notesSlides/notesSlide6.xml" Id="Rdbe0deab0a4a42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2e53af4ca4663" /><Relationship Type="http://schemas.openxmlformats.org/officeDocument/2006/relationships/notesSlide" Target="/ppt/notesSlides/notesSlide7.xml" Id="Ra4a82a8e99844d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9bfb21e224f21" /><Relationship Type="http://schemas.openxmlformats.org/officeDocument/2006/relationships/notesSlide" Target="/ppt/notesSlides/notesSlide8.xml" Id="R449c0dfdbe7d40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4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ACC11-080D-40C2-8A10-0CC92F26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BilimBir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7199F-1285-4085-BCFC-825DC90D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Единая платформа сайтов</a:t>
            </a:r>
          </a:p>
          <a:p xmlns:a="http://schemas.openxmlformats.org/drawingml/2006/main">
            <a: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школ и детских садов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CE559-A73F-48AD-8EBA-18568F86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D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DEB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BDD"/>
                </a:solidFill>
                <a:latin typeface="Arial"/>
                <a:ea typeface="Arial"/>
                <a:cs typeface="Arial"/>
              </a:rPr>
              <a:t>Демонстрационный MVP для кейса А-2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B498F-7BA3-4000-AE3F-A2B37E2C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DEB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BDD"/>
                </a:solidFill>
                <a:latin typeface="Arial"/>
                <a:ea typeface="Arial"/>
                <a:cs typeface="Arial"/>
              </a:rPr>
              <a:t>G-TON 2026</a:t>
            </a:r>
          </a:p>
        </p:txBody>
      </p:sp>
    </p:spTree>
    <p:extLst>
      <p:ext uri="{BB962C8B-B14F-4D97-AF65-F5344CB8AC3E}">
        <p14:creationId xmlns:p14="http://schemas.microsoft.com/office/powerpoint/2010/main" val="1697042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9794F-44AC-4271-A81D-8F8C0D46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Задача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B4F7C-6F91-4797-BE99-1198F5C0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168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A4529-1285-4E5A-B794-ABC651FF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Сотрудникам организации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10B53-97AA-44CE-BB89-F1E9E26D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50292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Нужен понятный способ обновлять сайт, размещать новости и документы без постоянной помощи разработчика.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370D0-B807-40A7-9D9B-9B11D4C9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Родителям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778FA-6552-4F35-B0D6-A7FFB9B0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4876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Нужен доступ к сведениям об организации, расписанию и объявлениям в одном месте, без регистрации.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E253C-8E95-4342-B6F4-D0C14830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7168"/>
                </a:solidFill>
                <a:latin typeface="Arial"/>
                <a:ea typeface="Arial"/>
                <a:cs typeface="Arial"/>
              </a:rPr>
              <a:t>Работающий макет позволит проверить эти потребности с будущими пользователями.</a:t>
            </a:r>
          </a:p>
        </p:txBody>
      </p:sp>
    </p:spTree>
    <p:extLst>
      <p:ext uri="{BB962C8B-B14F-4D97-AF65-F5344CB8AC3E}">
        <p14:creationId xmlns:p14="http://schemas.microsoft.com/office/powerpoint/2010/main" val="1398102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3F2C9-0CB2-4DAF-BC65-5AEE0FF8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Решение BilimBir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1B86E-3AE2-493C-900D-35451078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168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E23A7-5E71-4652-8D1E-C44E8058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610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32D"/>
                </a:solidFill>
                <a:latin typeface="Arial"/>
                <a:ea typeface="Arial"/>
                <a:cs typeface="Arial"/>
              </a:rPr>
              <a:t>Общий сервис для сайтов</a:t>
            </a:r>
          </a:p>
          <a:p xmlns:a="http://schemas.openxmlformats.org/drawingml/2006/main">
            <a:pPr>
              <a:defRPr sz="2400" b="1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32D"/>
                </a:solidFill>
                <a:latin typeface="Arial"/>
                <a:ea typeface="Arial"/>
                <a:cs typeface="Arial"/>
              </a:rPr>
              <a:t>образовательных организаций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06401-57AA-476B-A145-2821EA3F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6101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Каждая организация получает публичную страницу и кабинет сотрудников.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Родители читают опубликованные материалы без входа.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Интерфейс поддерживает русский и казахский языки.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7A116-656C-4EA1-8C01-1EF993FA16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3caa98a8b42b6"/>
          <a:stretch xmlns:a="http://schemas.openxmlformats.org/drawingml/2006/main"/>
        </p:blipFill>
        <p:spPr>
          <a:xfrm xmlns:a="http://schemas.openxmlformats.org/drawingml/2006/main">
            <a:off x="5924063" y="1695450"/>
            <a:ext cx="5411173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803A7-A18D-4DD0-8C40-3F9C174B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9055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168"/>
                </a:solidFill>
                <a:latin typeface="Arial"/>
                <a:ea typeface="Arial"/>
                <a:cs typeface="Arial"/>
              </a:rPr>
              <a:t>Демонстрационный интерфейс MVP</a:t>
            </a:r>
          </a:p>
        </p:txBody>
      </p:sp>
    </p:spTree>
    <p:extLst>
      <p:ext uri="{BB962C8B-B14F-4D97-AF65-F5344CB8AC3E}">
        <p14:creationId xmlns:p14="http://schemas.microsoft.com/office/powerpoint/2010/main" val="971477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E304E-D59A-4E22-9F7C-CC3AED21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Школы и детские сады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60AC3-A881-4ABE-B39C-A0FCC81F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168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A72A2-DBEC-4A3D-A866-CBB20954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746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Общие разделы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13BD4-6AE0-4AEE-8E4B-A5B0AC12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467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Информация об организации, новости, документы, контакты и сведения для родителей.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C99AA-E793-4D33-9039-4ACE59A5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746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Для школы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AAE2F-0752-4C39-A146-3EE8805B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46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Учебные программы и направления обучения.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F49EC-19DF-4668-B2A4-5AD47BBF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746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Для детского сада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126B4-23D5-4BE9-8AD1-5FED8345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746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Возрастные группы и режим дня.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4F06A-2F4F-4B19-B737-8FD47C9E1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5d7ec9913488b"/>
          <a:stretch xmlns:a="http://schemas.openxmlformats.org/drawingml/2006/main"/>
        </p:blipFill>
        <p:spPr>
          <a:xfrm xmlns:a="http://schemas.openxmlformats.org/drawingml/2006/main">
            <a:off x="9214863" y="1504950"/>
            <a:ext cx="2010923" cy="464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35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683BB-7407-477B-B88C-335C1F61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Кабинеты сотрудников и администратора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7A1DA-B8DA-49BF-9EAA-C073D89A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168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47D9F-9C9E-4E75-A744-06A109A1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Сотрудник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A941E-9185-4154-A03F-4B967B16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419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Обновляет сведения своей организации. Сохраняет черновики, публикует новости и документы.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7B3E2-AEB8-464A-881F-FF4654B6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Администратор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49E6B-DCAC-4809-BF19-69534455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4196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Создаёт организации, назначает аккаунты и видит заполненность разделов.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9B6D4-E9FD-41F9-A9FF-45A137A00B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bfffe18e24ca6"/>
          <a:stretch xmlns:a="http://schemas.openxmlformats.org/drawingml/2006/main"/>
        </p:blipFill>
        <p:spPr>
          <a:xfrm xmlns:a="http://schemas.openxmlformats.org/drawingml/2006/main">
            <a:off x="5709612" y="1619250"/>
            <a:ext cx="5725776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06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9597C-50CD-4C76-BE20-5CFB9B7B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Текущая стадия: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8EE13-E0AB-445E-B511-56EA4930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168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9E0E3-111B-4F58-BA46-68FDB0C9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6332D"/>
                </a:solidFill>
                <a:latin typeface="Arial"/>
                <a:ea typeface="Arial"/>
                <a:cs typeface="Arial"/>
              </a:rPr>
              <a:t>Работающая демонстрационная версия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52A93-F6B7-43FD-9871-06F0D1F0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190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8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C34DF-DA6B-4CC9-9C35-EF0B50A0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81325"/>
            <a:ext cx="8134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автоматических проверок прошли</a:t>
            </a:r>
          </a:p>
          <a:p xmlns:a="http://schemas.openxmlformats.org/drawingml/2006/main">
            <a:pPr>
              <a:defRPr sz="24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32 серверных и 15 клиентских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3DF50-D7F3-432D-BA64-11FF87E6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Проверки в браузере подтвердили работу основных сценариев.</a:t>
            </a:r>
          </a:p>
          <a:p xmlns:a="http://schemas.openxmlformats.org/drawingml/2006/main">
            <a:pPr>
              <a:defRPr sz="2175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Найденные ошибки исправлены.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27B74-E124-434E-9072-05E8C892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7168"/>
                </a:solidFill>
                <a:latin typeface="Arial"/>
                <a:ea typeface="Arial"/>
                <a:cs typeface="Arial"/>
              </a:rPr>
              <a:t>Демо использует вымышленные данные. Реальные пилоты и показатели пользователей пока не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1705511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D64B9-A1E4-4D55-9FD3-7557E2D2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Команда: три участника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C5FF9-63C3-4610-A3F8-170FE9D0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168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B2ABA-2531-4681-BCC7-02A719C2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Султантемиров Мейірхан Туякбайұлы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D673A-2FE3-4954-BD77-0A6EEDA4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Капитан команды. Frontend-разработчик и UI/UX-дизайнер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1926F-2E56-4CDC-82F0-F72C5FD9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Аймбаев Азиз Куанышевич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B2DEF-D4D9-4D17-A442-BF3BA540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Backend-разработчик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293D9-E2E4-45EB-86ED-4B90712E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Коченов Никита Сергеевич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B4F87-CA5C-46DF-91B3-8B8E0796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Разработчик баз данных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C1120-0971-4764-8AFA-3C3C329C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7168"/>
                </a:solidFill>
                <a:latin typeface="Arial"/>
                <a:ea typeface="Arial"/>
                <a:cs typeface="Arial"/>
              </a:rPr>
              <a:t>Все участники работают full-time</a:t>
            </a:r>
          </a:p>
        </p:txBody>
      </p:sp>
    </p:spTree>
    <p:extLst>
      <p:ext uri="{BB962C8B-B14F-4D97-AF65-F5344CB8AC3E}">
        <p14:creationId xmlns:p14="http://schemas.microsoft.com/office/powerpoint/2010/main" val="1277165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57A14-57EF-491C-A9A8-48C645B3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Следующие шаги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72821-9CB8-4C76-8D2D-DE902A8B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1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168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27233-B0E4-479C-9399-8D6578DF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39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Проверка потребности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482E8-FE39-4584-A232-B6C37E64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1043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Обсудить задачу с потенциальными пользователями и проверить удобство сценариев.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DA029-B24C-4EE2-ADD4-1AABA4FF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439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Подготовка пилота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519B4-7B20-4B43-B083-5FBBC7A8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439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Определить обязательные разделы, поддержку и условия безопасного размещения.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76B3A-8E94-45EA-9B7F-F673ADC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439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Проверка коммерческой модели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3246D-0A74-41AA-86D3-808F190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439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3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2D"/>
                </a:solidFill>
                <a:latin typeface="Arial"/>
                <a:ea typeface="Arial"/>
                <a:cs typeface="Arial"/>
              </a:rPr>
              <a:t>Уточнить, кто оплачивает обслуживание и какую ценность получает заказчик.</a:t>
            </a:r>
          </a:p>
        </p:txBody>
      </p:sp>
    </p:spTree>
    <p:extLst>
      <p:ext uri="{BB962C8B-B14F-4D97-AF65-F5344CB8AC3E}">
        <p14:creationId xmlns:p14="http://schemas.microsoft.com/office/powerpoint/2010/main" val="2017953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2026-10-12T17:34:58.9640000Z</dcterms:created>
  <dcterms:modified xsi:type="dcterms:W3CDTF">2026-10-12T17:34:58.9640000Z</dcterms:modified>
</coreProperties>
</file>